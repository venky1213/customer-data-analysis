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44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15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59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63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5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2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41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38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73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2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725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752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569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641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29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0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50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12D3084-DE73-4DFE-ACFF-505C6F7D1BCC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9A98F55-B020-4B29-8151-01CC5135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812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AAFAF-A659-4D4C-A5B6-DB221B16D8F0}"/>
              </a:ext>
            </a:extLst>
          </p:cNvPr>
          <p:cNvSpPr txBox="1"/>
          <p:nvPr/>
        </p:nvSpPr>
        <p:spPr>
          <a:xfrm>
            <a:off x="3406588" y="869576"/>
            <a:ext cx="3782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GB" sz="2800" b="1" dirty="0"/>
              <a:t> Data Analysis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B0E3A-AEF5-4A40-9D74-0CC9E2992CD0}"/>
              </a:ext>
            </a:extLst>
          </p:cNvPr>
          <p:cNvSpPr txBox="1"/>
          <p:nvPr/>
        </p:nvSpPr>
        <p:spPr>
          <a:xfrm>
            <a:off x="1667434" y="2008094"/>
            <a:ext cx="3415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Charts (screenshots)</a:t>
            </a:r>
          </a:p>
          <a:p>
            <a:r>
              <a:rPr lang="en-GB" dirty="0"/>
              <a:t>Tools Used : Microsoft Power BI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96B0F-065D-4F50-9DA4-1F6A0F17E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392" y="3269722"/>
            <a:ext cx="8294901" cy="221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1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158C0-1657-410D-9C8D-9168B2D71EE5}"/>
              </a:ext>
            </a:extLst>
          </p:cNvPr>
          <p:cNvSpPr txBox="1"/>
          <p:nvPr/>
        </p:nvSpPr>
        <p:spPr>
          <a:xfrm>
            <a:off x="735105" y="1425388"/>
            <a:ext cx="39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1. Shopping Dis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000" b="1" dirty="0"/>
              <a:t>ribution By Gender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6E9B3-846B-473F-8E67-46184DE34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694" y="2286749"/>
            <a:ext cx="5190565" cy="369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9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8687D-8871-4711-93C8-72E35E8635C9}"/>
              </a:ext>
            </a:extLst>
          </p:cNvPr>
          <p:cNvSpPr txBox="1"/>
          <p:nvPr/>
        </p:nvSpPr>
        <p:spPr>
          <a:xfrm>
            <a:off x="770964" y="1380565"/>
            <a:ext cx="4007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Products Sold By Gender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F1D23-73DB-48D3-80BE-43D5951D3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042" y="2196865"/>
            <a:ext cx="4704746" cy="421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7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85BE52-545A-417D-88CA-5A0ABB5D0A5F}"/>
              </a:ext>
            </a:extLst>
          </p:cNvPr>
          <p:cNvSpPr txBox="1"/>
          <p:nvPr/>
        </p:nvSpPr>
        <p:spPr>
          <a:xfrm flipH="1">
            <a:off x="1022869" y="1335741"/>
            <a:ext cx="2625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3.Revenue By Gender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23017-6994-4254-B480-1C107352F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741" y="2017142"/>
            <a:ext cx="4061012" cy="39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6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0DA513-C3D5-4632-8954-0EA2A6F9B1BD}"/>
              </a:ext>
            </a:extLst>
          </p:cNvPr>
          <p:cNvSpPr txBox="1"/>
          <p:nvPr/>
        </p:nvSpPr>
        <p:spPr>
          <a:xfrm>
            <a:off x="663387" y="1237129"/>
            <a:ext cx="4993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4.Product Category Distribution By Gender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F0EBD-E16D-45C1-B777-1B700F8E5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105" y="2012666"/>
            <a:ext cx="5190565" cy="445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D26CB-216D-4449-9098-3FA5088E81DC}"/>
              </a:ext>
            </a:extLst>
          </p:cNvPr>
          <p:cNvSpPr txBox="1"/>
          <p:nvPr/>
        </p:nvSpPr>
        <p:spPr>
          <a:xfrm>
            <a:off x="510987" y="1030941"/>
            <a:ext cx="467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5.Shopping Distribution By Age Gender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31D0E-D33B-46ED-A180-A57FDFCB3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648" y="1928617"/>
            <a:ext cx="5414682" cy="457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0CD4F-F6F0-4DCD-A4A3-C80D18E54B8F}"/>
              </a:ext>
            </a:extLst>
          </p:cNvPr>
          <p:cNvSpPr txBox="1"/>
          <p:nvPr/>
        </p:nvSpPr>
        <p:spPr>
          <a:xfrm>
            <a:off x="654424" y="1156447"/>
            <a:ext cx="4168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6.Total Products Sold By Age Group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0360-24F3-4C19-83B6-5DDF82BED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59" y="1882588"/>
            <a:ext cx="5378823" cy="452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3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4D67DD-B973-472F-A64F-75B4A0C71B13}"/>
              </a:ext>
            </a:extLst>
          </p:cNvPr>
          <p:cNvSpPr txBox="1"/>
          <p:nvPr/>
        </p:nvSpPr>
        <p:spPr>
          <a:xfrm>
            <a:off x="726140" y="1093694"/>
            <a:ext cx="3003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7.Revenue By Age Group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09B91-9148-44CA-B053-C2E9DA3D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482" y="1864659"/>
            <a:ext cx="4930589" cy="455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1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B498CE-B5DD-4A4D-B4ED-E75564468746}"/>
              </a:ext>
            </a:extLst>
          </p:cNvPr>
          <p:cNvSpPr txBox="1"/>
          <p:nvPr/>
        </p:nvSpPr>
        <p:spPr>
          <a:xfrm>
            <a:off x="502024" y="1129553"/>
            <a:ext cx="559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8.Product Category Distribution By Age Group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2A548-B789-4BC3-951E-542769014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260" y="1882588"/>
            <a:ext cx="5118927" cy="425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2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50F53-3F20-40CF-980C-CC011C9D6907}"/>
              </a:ext>
            </a:extLst>
          </p:cNvPr>
          <p:cNvSpPr txBox="1"/>
          <p:nvPr/>
        </p:nvSpPr>
        <p:spPr>
          <a:xfrm>
            <a:off x="735106" y="1102659"/>
            <a:ext cx="4249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9.Distribution of Payments Method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BDA14-E773-4979-84E2-E088C648D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801" y="1904867"/>
            <a:ext cx="5245634" cy="410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44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F9989D-237A-459A-9E3F-96C6C2EE7F5D}"/>
              </a:ext>
            </a:extLst>
          </p:cNvPr>
          <p:cNvSpPr txBox="1"/>
          <p:nvPr/>
        </p:nvSpPr>
        <p:spPr>
          <a:xfrm>
            <a:off x="690281" y="1210235"/>
            <a:ext cx="4482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10.Payment Method Usage By Gender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8624F-7698-41AC-8CE3-F7CC91123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49" y="1870144"/>
            <a:ext cx="5262280" cy="465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6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9E7CF4-6CB2-4381-A3AA-AD4B17F9D203}"/>
              </a:ext>
            </a:extLst>
          </p:cNvPr>
          <p:cNvSpPr txBox="1"/>
          <p:nvPr/>
        </p:nvSpPr>
        <p:spPr>
          <a:xfrm>
            <a:off x="636493" y="797859"/>
            <a:ext cx="4697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11.Customer Data Analysis Dashboard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AABAB-F299-48C2-8513-117C08709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861" y="1493299"/>
            <a:ext cx="9694597" cy="50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9743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74</TotalTime>
  <Words>86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 kadapa</dc:creator>
  <cp:lastModifiedBy>Venkat kadapa</cp:lastModifiedBy>
  <cp:revision>9</cp:revision>
  <dcterms:created xsi:type="dcterms:W3CDTF">2026-10-28T16:30:45Z</dcterms:created>
  <dcterms:modified xsi:type="dcterms:W3CDTF">2026-10-28T17:45:26Z</dcterms:modified>
</cp:coreProperties>
</file>